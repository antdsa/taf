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A9EC3-7037-4CA3-B0ED-9263FA6B9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12128F-486B-416C-B1E9-6BE694479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6951D-2E8E-4F51-A029-73A1CAFF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45E3A-689E-4060-8561-4AAFA0B6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AE9908-22F2-4E3C-8EFA-E9757AAB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60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641DC4-43B3-43C6-8136-80408220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CB1A9B-44A1-4E95-94EA-D7BECD4C3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BE97E0-54F5-4A4E-9621-FC9CFBCE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3A8A35-DEF6-4C72-81FC-B75640E7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DF03A-D718-4D4D-8AF7-1F5BF1B7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14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B9F4B-46E0-47C0-9A0D-AC853FF4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388439-7DC7-4E58-A72B-B881E19D5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0EEF73-D9C8-443B-B32E-06E16A11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5BAFD1-9472-4938-8972-43A68BDC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FE7490-CB59-49FC-80F2-0C5F968D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30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A8DC3-1031-4957-9C2E-FED89E40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7C866F-DA05-4009-93AE-DF22A04E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48CF48-4382-422E-AFCB-79B729386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E65A44-E0D3-4074-9475-5B4F8C6C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54693B-6A54-4FBE-A437-D2C25F8B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4D91A8-0820-406D-A1F4-EC8B6D30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88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BA4E5-0B4C-452B-9A1F-935BEFF8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7D9D91-7730-4A2F-9E74-901A5E91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6FFF06-076C-4A62-B3BF-7F51FBEDB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A8822B-99AB-4F14-B5AE-701233CC3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F44F76-DA9E-4118-AF7B-93AED7651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8FB34FF-22CC-4AD7-9C0F-ABDDC203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E132EDE-BE05-4F6F-8981-FB5D187B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68C16E-0F89-4AF5-8566-9E0FB8FC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58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BFF66-E714-4FA1-BF8F-A99967E9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38A5195-3D29-4B49-A1F4-F9220510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E525FA-E347-4340-92D2-0D95AC37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B40626-AB79-424E-A52A-041C504D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2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5E91738-FF4E-4F79-AE5E-6EA0556F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011575-BEB7-454D-98C6-202F3243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D0269E-FA5D-4957-95B8-F628D537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83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D5E3C-2DDA-4AA2-821E-CC4913F2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0A02BF-12E9-4AE0-938A-AAD8CEECE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596F2B-C956-490B-A0CF-978FFE673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590392-CD7F-4EF7-898F-56AA45A8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F14CBE-AD8F-476B-93C3-A2F2A837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4C6B15-3CF8-4D4E-BE33-B7D81268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49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A0774C-2BFE-4059-96CC-D3120B61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9C2AD3A-72A0-4908-8708-6411FACAC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CD070C-69DD-4AB3-94CC-3C479C4B9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BD4E67-02B6-4753-B9E9-94CE7F1C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54806E-CB56-4029-A653-E54C535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B126B4-DA00-4641-A54B-FBD6EC41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37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795EC-2302-43D1-9862-04477A86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A942DD-C655-4A74-9080-98F2C98EC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A78CC4-9C2C-4FA4-B01C-1B5983AE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ECE550-174B-447A-84D9-DD7917CA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7EC609-ABA4-4DF0-8C5A-3DAE0C66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41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689CAC-B09C-47E1-A2F4-FCE151337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FE0D94E-6156-451C-9B11-74EA9BEC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19F3EC-42DD-4FE7-8D83-B0E1A0C8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D030A0-DC03-43F4-9FE3-99EAEE10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C12DAE-6945-42D4-B7DC-4B49AEAE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92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485292-8B5F-484C-BB8E-EE9C22EF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2E2529-3314-4419-8639-F420EC2A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AD7881-0CA9-4384-BE75-08F66A183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C17D4-3A59-410D-B4B0-2149DEEF1A27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BCF6EA-916D-4B44-8022-88258FB7A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F52B25-4EAF-4074-80AE-66CC1B2BF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6FD9B-9689-41B3-A42F-160E22D5B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5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45561-C9F9-4974-B819-B2EC9B03C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2" y="-1577295"/>
            <a:ext cx="9144000" cy="2387600"/>
          </a:xfrm>
        </p:spPr>
        <p:txBody>
          <a:bodyPr>
            <a:normAutofit/>
          </a:bodyPr>
          <a:lstStyle/>
          <a:p>
            <a:r>
              <a:rPr lang="fr-FR" sz="4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Sonia María Sotomayor </a:t>
            </a:r>
            <a:endParaRPr lang="fr-FR" sz="13800" u="sng" dirty="0"/>
          </a:p>
        </p:txBody>
      </p:sp>
      <p:pic>
        <p:nvPicPr>
          <p:cNvPr id="1026" name="Picture 2" descr="Supreme Court Justice Sonia Sotomayor participates in an annual Women's History Month reception hosted by Pelosi in the U.S. Capitol building on...">
            <a:extLst>
              <a:ext uri="{FF2B5EF4-FFF2-40B4-BE49-F238E27FC236}">
                <a16:creationId xmlns:a16="http://schemas.microsoft.com/office/drawing/2014/main" id="{8856DA95-B251-480C-9981-038F5C022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36" y="1422037"/>
            <a:ext cx="6020887" cy="401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e du porto Rico">
            <a:extLst>
              <a:ext uri="{FF2B5EF4-FFF2-40B4-BE49-F238E27FC236}">
                <a16:creationId xmlns:a16="http://schemas.microsoft.com/office/drawing/2014/main" id="{D75AFEBA-4BC0-4BB8-ACE9-48169C715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6"/>
          <a:stretch/>
        </p:blipFill>
        <p:spPr bwMode="auto">
          <a:xfrm>
            <a:off x="6435634" y="1422037"/>
            <a:ext cx="5579942" cy="377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58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5F1F5A-602A-4787-A2D7-4E5B4A95A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318056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Tribunal </a:t>
            </a:r>
            <a:r>
              <a:rPr lang="fr-FR" sz="3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Supremo</a:t>
            </a:r>
            <a:r>
              <a:rPr lang="fr-FR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4400" dirty="0"/>
          </a:p>
        </p:txBody>
      </p:sp>
      <p:pic>
        <p:nvPicPr>
          <p:cNvPr id="2052" name="Picture 4" descr="Harvard, Princeton, Yale - top 3 Ivy League universities logo shield. Famous USA university logo. Vector editorial illustration.">
            <a:extLst>
              <a:ext uri="{FF2B5EF4-FFF2-40B4-BE49-F238E27FC236}">
                <a16:creationId xmlns:a16="http://schemas.microsoft.com/office/drawing/2014/main" id="{666B017B-1512-4888-B799-3074A87704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12"/>
          <a:stretch/>
        </p:blipFill>
        <p:spPr bwMode="auto">
          <a:xfrm>
            <a:off x="11498" y="1318056"/>
            <a:ext cx="6084502" cy="405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9B00361-3267-44CD-B94C-CFB08AF91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1866696"/>
            <a:ext cx="5698388" cy="405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364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083035-1D11-4408-AF6C-085BA99D7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932" y="22819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fr-FR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prejuicios</a:t>
            </a:r>
            <a:r>
              <a:rPr lang="fr-F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fr-FR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estereotipos</a:t>
            </a:r>
            <a:r>
              <a:rPr lang="fr-F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460E3-07C2-4D52-97B2-5EB1C8C95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00463" y="824048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atrimonio</a:t>
            </a:r>
            <a:r>
              <a:rPr lang="fr-F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homosexual</a:t>
            </a:r>
            <a:endParaRPr lang="fr-FR" dirty="0"/>
          </a:p>
        </p:txBody>
      </p:sp>
      <p:pic>
        <p:nvPicPr>
          <p:cNvPr id="3074" name="Picture 2" descr="D'où vient le Sombrero ? | Bob Nation">
            <a:extLst>
              <a:ext uri="{FF2B5EF4-FFF2-40B4-BE49-F238E27FC236}">
                <a16:creationId xmlns:a16="http://schemas.microsoft.com/office/drawing/2014/main" id="{16A377FF-4939-4BBC-A32F-20655F43E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3" y="824048"/>
            <a:ext cx="381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riage homosexuel en expatriation : quelles sont les règles ?">
            <a:extLst>
              <a:ext uri="{FF2B5EF4-FFF2-40B4-BE49-F238E27FC236}">
                <a16:creationId xmlns:a16="http://schemas.microsoft.com/office/drawing/2014/main" id="{9C8F135E-E21E-4DB6-9665-C441E6E6C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013" y="1432559"/>
            <a:ext cx="6760501" cy="44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9341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Grand écran</PresentationFormat>
  <Paragraphs>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Sonia María Sotomayor 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Sonia María Sotomayor</dc:title>
  <dc:creator>Antoine de Saint Albin</dc:creator>
  <cp:lastModifiedBy>Antoine de Saint Albin </cp:lastModifiedBy>
  <cp:revision>1</cp:revision>
  <dcterms:created xsi:type="dcterms:W3CDTF">2025-10-08T07:12:41Z</dcterms:created>
  <dcterms:modified xsi:type="dcterms:W3CDTF">2025-10-08T07:25:57Z</dcterms:modified>
</cp:coreProperties>
</file>